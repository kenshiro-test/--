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028998933c4e62" /><Relationship Type="http://schemas.openxmlformats.org/officeDocument/2006/relationships/extended-properties" Target="/docProps/app.xml" Id="R6dea8e03131f490d" /><Relationship Type="http://schemas.openxmlformats.org/officeDocument/2006/relationships/officeDocument" Target="/ppt/presentation.xml" Id="Raeaef6af1d6847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74d7f8e144697"/>
  </p:sldMasterIdLst>
  <p:notesMasterIdLst>
    <p:notesMasterId xmlns:r="http://schemas.openxmlformats.org/officeDocument/2006/relationships" r:id="R8788c4056b184a80"/>
  </p:notesMasterIdLst>
  <p:sldIdLst>
    <p:sldId xmlns:r="http://schemas.openxmlformats.org/officeDocument/2006/relationships" id="256" r:id="R697dec785d9f434f"/>
    <p:sldId xmlns:r="http://schemas.openxmlformats.org/officeDocument/2006/relationships" id="257" r:id="R5b3894ccc05e4564"/>
    <p:sldId xmlns:r="http://schemas.openxmlformats.org/officeDocument/2006/relationships" id="258" r:id="Rf38e71c9acd84f77"/>
    <p:sldId xmlns:r="http://schemas.openxmlformats.org/officeDocument/2006/relationships" id="259" r:id="Rb8b58a23e01049ab"/>
    <p:sldId xmlns:r="http://schemas.openxmlformats.org/officeDocument/2006/relationships" id="260" r:id="R4fef7b8e27fa41ac"/>
    <p:sldId xmlns:r="http://schemas.openxmlformats.org/officeDocument/2006/relationships" id="261" r:id="R1ea19af64a1043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74d7f8e144697" /><Relationship Type="http://schemas.openxmlformats.org/officeDocument/2006/relationships/theme" Target="/ppt/theme/theme1.xml" Id="R2ca0edf3c3e64501" /><Relationship Type="http://schemas.openxmlformats.org/officeDocument/2006/relationships/notesMaster" Target="/ppt/notesMasters/notesMaster1.xml" Id="R8788c4056b184a80" /><Relationship Type="http://schemas.openxmlformats.org/officeDocument/2006/relationships/presProps" Target="/ppt/presProps.xml" Id="R517d1e6c731b487a" /><Relationship Type="http://schemas.openxmlformats.org/officeDocument/2006/relationships/viewProps" Target="/ppt/viewProps.xml" Id="R770b0fdb287d47d8" /><Relationship Type="http://schemas.openxmlformats.org/officeDocument/2006/relationships/tableStyles" Target="/ppt/tableStyles.xml" Id="R04a4f910bdb54382" /><Relationship Type="http://schemas.openxmlformats.org/officeDocument/2006/relationships/slide" Target="/ppt/slides/slide1.xml" Id="R697dec785d9f434f" /><Relationship Type="http://schemas.openxmlformats.org/officeDocument/2006/relationships/slide" Target="/ppt/slides/slide2.xml" Id="R5b3894ccc05e4564" /><Relationship Type="http://schemas.openxmlformats.org/officeDocument/2006/relationships/slide" Target="/ppt/slides/slide3.xml" Id="Rf38e71c9acd84f77" /><Relationship Type="http://schemas.openxmlformats.org/officeDocument/2006/relationships/slide" Target="/ppt/slides/slide4.xml" Id="Rb8b58a23e01049ab" /><Relationship Type="http://schemas.openxmlformats.org/officeDocument/2006/relationships/slide" Target="/ppt/slides/slide5.xml" Id="R4fef7b8e27fa41ac" /><Relationship Type="http://schemas.openxmlformats.org/officeDocument/2006/relationships/slide" Target="/ppt/slides/slide6.xml" Id="R1ea19af64a10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c2334af508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584b59891448be" /><Relationship Type="http://schemas.openxmlformats.org/officeDocument/2006/relationships/notesMaster" Target="/ppt/notesMasters/notesMaster1.xml" Id="R725969d55134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0f83f18e54ea9" /><Relationship Type="http://schemas.openxmlformats.org/officeDocument/2006/relationships/notesMaster" Target="/ppt/notesMasters/notesMaster1.xml" Id="R865ff71e06e74d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da32cb7fac4586" /><Relationship Type="http://schemas.openxmlformats.org/officeDocument/2006/relationships/notesMaster" Target="/ppt/notesMasters/notesMaster1.xml" Id="R963d904896bd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6345a3e28c4e13" /><Relationship Type="http://schemas.openxmlformats.org/officeDocument/2006/relationships/notesMaster" Target="/ppt/notesMasters/notesMaster1.xml" Id="Rc3168e0d1de445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a122092294a77" /><Relationship Type="http://schemas.openxmlformats.org/officeDocument/2006/relationships/notesMaster" Target="/ppt/notesMasters/notesMaster1.xml" Id="R0bfaf7c5ebce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4d5b2d93cd461f" /><Relationship Type="http://schemas.openxmlformats.org/officeDocument/2006/relationships/notesMaster" Target="/ppt/notesMasters/notesMaster1.xml" Id="R5e271bf787e8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bc66191624e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4c52c078dae42ae" /><Relationship Type="http://schemas.openxmlformats.org/officeDocument/2006/relationships/slideLayout" Target="/ppt/slideLayouts/slideLayout2.xml" Id="Rc53e558c3e9f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3e558c3e9f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c1a54be004788" /><Relationship Type="http://schemas.openxmlformats.org/officeDocument/2006/relationships/notesSlide" Target="/ppt/notesSlides/notesSlide1.xml" Id="R5b4254d03c66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97f7d84af243bc" /><Relationship Type="http://schemas.openxmlformats.org/officeDocument/2006/relationships/notesSlide" Target="/ppt/notesSlides/notesSlide2.xml" Id="R24d072d80a6548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8a455133a44c6" /><Relationship Type="http://schemas.openxmlformats.org/officeDocument/2006/relationships/notesSlide" Target="/ppt/notesSlides/notesSlide3.xml" Id="Rd8d7844dc08a41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9c4a0739d74aca" /><Relationship Type="http://schemas.openxmlformats.org/officeDocument/2006/relationships/notesSlide" Target="/ppt/notesSlides/notesSlide4.xml" Id="Re16f2e50d9fb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eb86f24f624a91" /><Relationship Type="http://schemas.openxmlformats.org/officeDocument/2006/relationships/notesSlide" Target="/ppt/notesSlides/notesSlide5.xml" Id="R157a20ede1e744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d56daf45b4f00" /><Relationship Type="http://schemas.openxmlformats.org/officeDocument/2006/relationships/notesSlide" Target="/ppt/notesSlides/notesSlide6.xml" Id="R3ea9155e94d048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C7A60-F516-4483-9575-086FF818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AC74-4427-4BB7-BF57-0F95C52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アトラクション込みプラン機能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11835-E737-4A1C-A1C0-A362E3C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ショー中心の予定作成から、アトラクション中心/両方対応の自動プランへ広げる設計レビュー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EDF0D-9482-454C-A0E1-C861759D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7810500" cy="2190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2B8B-0CF4-4CB4-BDA3-411E1064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7467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今回レビューしたいこと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08AED-A727-4D93-86F3-884A8EDD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391400" cy="1485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・新しい画面フローが自然か</a:t>
            </a:r>
          </a:p>
          <a:p xmlns:a="http://schemas.openxmlformats.org/drawingml/2006/main">
            <a:r>
              <a:t>・初期版のデータ範囲が現実的か</a:t>
            </a:r>
          </a:p>
          <a:p xmlns:a="http://schemas.openxmlformats.org/drawingml/2006/main">
            <a:r>
              <a:t>・自動作成ロジックの優先順位が納得できるか</a:t>
            </a:r>
          </a:p>
        </p:txBody>
      </p:sp>
    </p:spTree>
    <p:extLst>
      <p:ext uri="{BB962C8B-B14F-4D97-AF65-F5344CB8AC3E}">
        <p14:creationId xmlns:p14="http://schemas.microsoft.com/office/powerpoint/2010/main" val="1186410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091E8-6535-4587-B8FB-79EC63C3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1EA0D-1BF2-4497-AEF6-739A8892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3つのプラン種別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F0EF3-BD97-4358-9867-53AEA69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日付選択・パーク選択の後に、使い方に合わせて分岐する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0D47F-3855-4C37-B3BD-9E15E776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47650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8AC42-8601-415B-9F40-EABBC13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133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ショーのみ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DC354-C176-4EE1-A632-CAA1C9FF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057400" cy="1676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・既存フローを維持</a:t>
            </a:r>
          </a:p>
          <a:p xmlns:a="http://schemas.openxmlformats.org/drawingml/2006/main">
            <a:r>
              <a:t>・今まで通りショー時間を選んで予定作成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AEB59-686F-46B3-942A-C686D137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247650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C054B-6B35-4CFD-8FDA-ACECD62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133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アトラクションのみ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7AA9E-5FBF-4645-9BFA-41567BF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2057400" cy="1676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・乗りたいものを優先度順に選択</a:t>
            </a:r>
          </a:p>
          <a:p xmlns:a="http://schemas.openxmlformats.org/drawingml/2006/main">
            <a:r>
              <a:t>・待ち時間と位置関係から自動作成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A95C6-3C78-4CB7-B2FE-AC6882A5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476500" cy="2381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4356D-14B0-41BE-94A9-EEF783C4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2133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ショー + アトラクション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374DD-ECB3-4846-A2B7-76CA253F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2057400" cy="1676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・ショー時間を固定</a:t>
            </a:r>
          </a:p>
          <a:p xmlns:a="http://schemas.openxmlformats.org/drawingml/2006/main">
            <a:r>
              <a:t>・空き時間にアトラクションを配置</a:t>
            </a:r>
          </a:p>
        </p:txBody>
      </p:sp>
    </p:spTree>
    <p:extLst>
      <p:ext uri="{BB962C8B-B14F-4D97-AF65-F5344CB8AC3E}">
        <p14:creationId xmlns:p14="http://schemas.microsoft.com/office/powerpoint/2010/main" val="2469765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25002-160C-4517-B94C-0EFA636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458AC-CD1A-4F7C-8263-9EF3C800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アトラクション選択UI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1F50C-0C65-49A4-861F-8BEEA69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人気アトラクションとエリア別タブで選びやすくし、選択順を優先度にする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71D15-62DA-4F71-A625-BDF4A27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619500" cy="2571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B4354-F3B1-49A1-993E-CFCE2079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276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画面イメージ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6CDD4-96E7-43DA-BAEB-4AACBEB9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00400" cy="1866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・上部に人気アトラクション</a:t>
            </a:r>
          </a:p>
          <a:p xmlns:a="http://schemas.openxmlformats.org/drawingml/2006/main">
            <a:r>
              <a:t>・下部にエリア別タブ</a:t>
            </a:r>
          </a:p>
          <a:p xmlns:a="http://schemas.openxmlformats.org/drawingml/2006/main">
            <a:r>
              <a:t>・選択すると優先度1,2,3としてたまる</a:t>
            </a:r>
          </a:p>
          <a:p xmlns:a="http://schemas.openxmlformats.org/drawingml/2006/main">
            <a:r>
              <a:t>・後から並び替えできる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690E3-A279-4FC6-8014-55321BA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810000" cy="2571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A058B-1DD6-45BC-8E27-CD40DEA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4671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レビュー観点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1912C-F7B3-4796-B15B-7A755301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3390900" cy="1866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・人気アトラクションを何で決めるか</a:t>
            </a:r>
          </a:p>
          <a:p xmlns:a="http://schemas.openxmlformats.org/drawingml/2006/main">
            <a:r>
              <a:t>・優先度順の操作は分かりやすいか</a:t>
            </a:r>
          </a:p>
          <a:p xmlns:a="http://schemas.openxmlformats.org/drawingml/2006/main">
            <a:r>
              <a:t>・選びすぎた時の注意表示が必要か</a:t>
            </a:r>
          </a:p>
        </p:txBody>
      </p:sp>
    </p:spTree>
    <p:extLst>
      <p:ext uri="{BB962C8B-B14F-4D97-AF65-F5344CB8AC3E}">
        <p14:creationId xmlns:p14="http://schemas.microsoft.com/office/powerpoint/2010/main" val="3385412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323ED-5D06-4D3B-B54E-697EBD9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EFC33-0CCF-48CF-8765-EB9FB12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自動作成ロジック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2BDAA-3B7B-4DDF-93CD-6BD36A2B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固定予定、待ち時間、位置関係を使って、9:00から21:00までの予定に落とし込む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D7301-42CC-440E-9332-C91B03B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7810500" cy="27146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C146A-CF8D-44AE-B931-55E40975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7467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処理順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506EE-6043-4B75-BDA5-8E72C395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7391400" cy="200977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・ショーがある場合は先に固定</a:t>
            </a:r>
          </a:p>
          <a:p xmlns:a="http://schemas.openxmlformats.org/drawingml/2006/main">
            <a:r>
              <a:t>・平均待ち時間が長いものを朝おすすめにする</a:t>
            </a:r>
          </a:p>
          <a:p xmlns:a="http://schemas.openxmlformats.org/drawingml/2006/main">
            <a:r>
              <a:t>・近いエリアをまとめて移動を減らす</a:t>
            </a:r>
          </a:p>
          <a:p xmlns:a="http://schemas.openxmlformats.org/drawingml/2006/main">
            <a:r>
              <a:t>・昼食・夕食・休憩を必要に応じて入れる</a:t>
            </a:r>
          </a:p>
          <a:p xmlns:a="http://schemas.openxmlformats.org/drawingml/2006/main">
            <a:r>
              <a:t>・入らなかった予定を最後に表示する</a:t>
            </a:r>
          </a:p>
        </p:txBody>
      </p:sp>
    </p:spTree>
    <p:extLst>
      <p:ext uri="{BB962C8B-B14F-4D97-AF65-F5344CB8AC3E}">
        <p14:creationId xmlns:p14="http://schemas.microsoft.com/office/powerpoint/2010/main" val="642051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71E981-6321-43D1-946E-959C796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80368-A2FD-440C-9AB2-01E7E82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必要データ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C6480-BB2E-4FF8-9ED0-89875DC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最初は管理者登録データで動かし、精度改善は後から足す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CDD10-504A-4559-A169-153F1F3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619500" cy="24765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F43D-E833-4E28-97DF-357C0E55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276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初期版で必要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33DEA-A0BA-46D5-B125-819869C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00400" cy="1771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・アトラクションマスター</a:t>
            </a:r>
          </a:p>
          <a:p xmlns:a="http://schemas.openxmlformats.org/drawingml/2006/main">
            <a:r>
              <a:t>・時間帯別平均待ち時間</a:t>
            </a:r>
          </a:p>
          <a:p xmlns:a="http://schemas.openxmlformats.org/drawingml/2006/main">
            <a:r>
              <a:t>・エリア間移動時間</a:t>
            </a:r>
          </a:p>
          <a:p xmlns:a="http://schemas.openxmlformats.org/drawingml/2006/main">
            <a:r>
              <a:t>・休止情報</a:t>
            </a:r>
          </a:p>
          <a:p xmlns:a="http://schemas.openxmlformats.org/drawingml/2006/main">
            <a:r>
              <a:t>・ショー場所データ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90503-9D83-4301-B7A1-270CC5F6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810000" cy="24765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0CA6E-50C4-4713-BAC5-7975958F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4671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後回し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1C51B-E591-4625-9CD0-D77BEA79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3390900" cy="1771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・天気補正</a:t>
            </a:r>
          </a:p>
          <a:p xmlns:a="http://schemas.openxmlformats.org/drawingml/2006/main">
            <a:r>
              <a:t>・DPA時間指定</a:t>
            </a:r>
          </a:p>
          <a:p xmlns:a="http://schemas.openxmlformats.org/drawingml/2006/main">
            <a:r>
              <a:t>・リアルタイム待ち時間取得</a:t>
            </a:r>
          </a:p>
          <a:p xmlns:a="http://schemas.openxmlformats.org/drawingml/2006/main">
            <a:r>
              <a:t>・高度な最適化</a:t>
            </a:r>
          </a:p>
        </p:txBody>
      </p:sp>
    </p:spTree>
    <p:extLst>
      <p:ext uri="{BB962C8B-B14F-4D97-AF65-F5344CB8AC3E}">
        <p14:creationId xmlns:p14="http://schemas.microsoft.com/office/powerpoint/2010/main" val="17357308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6222E-0CE4-427F-A4D5-9E8EC33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857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Dream Schedule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46C38-BEC7-412A-BD9A-DA50AB6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429500" cy="685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次に決めること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13F85-2473-45A8-BD31-29AC3BE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7239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実装前に、入力データと最初の自動作成ルールを固める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0D7ED-2BDF-47A6-BEF4-453EB3BE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810500" cy="27622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D2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D15A-462A-4E8F-AABF-642FF8E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7467600" cy="2667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未決事項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0783-E350-4948-BF49-F57D044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391400" cy="2057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・待ち時間データをどう作るか</a:t>
            </a:r>
          </a:p>
          <a:p xmlns:a="http://schemas.openxmlformats.org/drawingml/2006/main">
            <a:r>
              <a:t>・人気アトラクションの定義</a:t>
            </a:r>
          </a:p>
          <a:p xmlns:a="http://schemas.openxmlformats.org/drawingml/2006/main">
            <a:r>
              <a:t>・食事・休憩の聞き方</a:t>
            </a:r>
          </a:p>
          <a:p xmlns:a="http://schemas.openxmlformats.org/drawingml/2006/main">
            <a:r>
              <a:t>・DPAをいつ対応するか</a:t>
            </a:r>
          </a:p>
          <a:p xmlns:a="http://schemas.openxmlformats.org/drawingml/2006/main">
            <a:r>
              <a:t>・手動調整でどこまで編集できるようにするか</a:t>
            </a:r>
          </a:p>
        </p:txBody>
      </p:sp>
    </p:spTree>
    <p:extLst>
      <p:ext uri="{BB962C8B-B14F-4D97-AF65-F5344CB8AC3E}">
        <p14:creationId xmlns:p14="http://schemas.microsoft.com/office/powerpoint/2010/main" val="1059363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2026-05-19T16:15:06.7970000Z</dcterms:created>
  <dcterms:modified xsi:type="dcterms:W3CDTF">2026-05-19T16:15:06.7970000Z</dcterms:modified>
</coreProperties>
</file>